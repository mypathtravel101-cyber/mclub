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Will Yap</cp:lastModifiedBy>
  <cp:revision>2</cp:revision>
  <dcterms:created xsi:type="dcterms:W3CDTF">2026-06-10T04:16:00Z</dcterms:created>
  <dcterms:modified xsi:type="dcterms:W3CDTF">2026-06-10T04:43:27Z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3BBC18C442B04A799DA76C304AA20B64_13</vt:lpwstr>
  </property>
</Properties>
</file>