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Sarasa Mono SC"/>
              </a:defRPr>
            </a:pPr>
            <a:r>
              <a:t>PZC Group 百盛大通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arasa Mono SC"/>
              </a:defRPr>
            </a:pPr>
            <a:r>
              <a:t>日本物業投資 — 你嘅錢點樣幫你搵錢？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029200" cy="411480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arasa Mono SC"/>
              </a:defRPr>
            </a:pPr>
            <a:r>
              <a:t>你嘅投入（首期）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9A84C"/>
                </a:solidFill>
                <a:latin typeface="Sarasa Mono SC"/>
              </a:defRPr>
            </a:pPr>
            <a:r>
              <a:t>HKD 2,400,000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Sarasa Mono SC"/>
              </a:defRPr>
            </a:pPr>
            <a:r>
              <a:t>你實際由袋拎出嚟嘅錢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2E8"/>
                </a:solidFill>
                <a:latin typeface="Sarasa Mono SC"/>
              </a:defRPr>
            </a:pPr>
            <a:r>
              <a:t>其餘由日本銀行借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JPY 31,200,000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銀行按揭（約HKD 1,600,000）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按揭利率 3%  |  每月供款 JPY 215,461  |  15年還清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20040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A84C"/>
                </a:solidFill>
                <a:latin typeface="Sarasa Mono SC"/>
              </a:defRPr>
            </a:pPr>
            <a:r>
              <a:t>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11680"/>
            <a:ext cx="5029200" cy="411480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103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Sarasa Mono SC"/>
              </a:defRPr>
            </a:pPr>
            <a:r>
              <a:t>你買到嘅物業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51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C9A84C"/>
                </a:solidFill>
                <a:latin typeface="Sarasa Mono SC"/>
              </a:defRPr>
            </a:pPr>
            <a:r>
              <a:t>HKD 4,000,000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Sarasa Mono SC"/>
              </a:defRPr>
            </a:pPr>
            <a:r>
              <a:t>日本物業價值（約JPY 7,800萬）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566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2E8"/>
                </a:solidFill>
                <a:latin typeface="Sarasa Mono SC"/>
              </a:defRPr>
            </a:pPr>
            <a:r>
              <a:t>每年租金收入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931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JPY 4,680,000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約 HKD 240,000 / 年（即6%回報）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846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A84C"/>
                </a:solidFill>
                <a:latin typeface="Sarasa Mono SC"/>
              </a:defRPr>
            </a:pPr>
            <a:r>
              <a:t>租金扣減按揭後 = 你每年真正袋入袋 HKD 107,000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簡單講：你出 HKD 240萬，控制咗 HKD 400萬嘅物業，銀行幫你出其餘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| 日本物業投資分析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每年收幾多錢？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347472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Sarasa Mono SC"/>
              </a:defRPr>
            </a:pPr>
            <a:r>
              <a:t>你實收現金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arasa Mono SC"/>
              </a:defRPr>
            </a:pPr>
            <a:r>
              <a:t>HKD 107,000 / 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租客交租 → 扣除銀行按揭 → 剩落嚟係你嘅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291840"/>
            <a:ext cx="1554480" cy="1005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337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arasa Mono SC"/>
              </a:defRPr>
            </a:pPr>
            <a:r>
              <a:t>4.48%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931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每年回報率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566160" cy="347472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Sarasa Mono SC"/>
              </a:defRPr>
            </a:pPr>
            <a:r>
              <a:t>銀行幫你儲錢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arasa Mono SC"/>
              </a:defRPr>
            </a:pPr>
            <a:r>
              <a:t>JPY 2,080,000 / 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你每月交嘅按揭，其中一部份係還本金</a:t>
            </a:r>
            <a:br/>
            <a:r>
              <a:t>即係銀行間接幫你「買」多啲物業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291840"/>
            <a:ext cx="1554480" cy="1005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337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arasa Mono SC"/>
              </a:defRPr>
            </a:pPr>
            <a:r>
              <a:t>+4.44%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931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每年回報率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097280"/>
            <a:ext cx="3566160" cy="347472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Sarasa Mono SC"/>
              </a:defRPr>
            </a:pPr>
            <a:r>
              <a:t>合計總回報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arasa Mono SC"/>
              </a:defRPr>
            </a:pPr>
            <a:r>
              <a:t>HKD 210,000 / 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現金收入 ＋ 權益增長</a:t>
            </a:r>
            <a:br/>
            <a:r>
              <a:t>（即係你每年真實嘅投資回報）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291840"/>
            <a:ext cx="1554480" cy="100584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337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arasa Mono SC"/>
              </a:defRPr>
            </a:pPr>
            <a:r>
              <a:t>8.92%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931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每年回報率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11247120" cy="12801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  <a:latin typeface="Sarasa Mono SC"/>
              </a:defRPr>
            </a:pPr>
            <a:r>
              <a:t>點解有兩種回報？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因為你只出了60%首期，銀行出了40%。所以每個月租客交租之後，你先還銀行供款，剩餘係你袋入袋嘅現金。</a:t>
            </a:r>
            <a:br/>
            <a:r>
              <a:t>但供款之中有一部份係「還本金」（唔係利息），等於你每個月都有少少物業歸你 — 呢個叫做「權益增長」。</a:t>
            </a:r>
            <a:br/>
            <a:r>
              <a:t>所以你嘅真正回報 = 現金 ＋ 權益增長 = 8.92%（唔係只得4.48%現金回報咁簡單）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| 日本物業投資分析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15年後你有幾多錢？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5A5A6"/>
                </a:solidFill>
                <a:latin typeface="Sarasa Mono SC"/>
              </a:defRPr>
            </a:pPr>
            <a:r>
              <a:t>假設匯率不變，睇吓唔同房價走勢下你嘅回報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457200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325880"/>
            <a:ext cx="146304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44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arasa Mono SC"/>
              </a:defRPr>
            </a:pPr>
            <a:r>
              <a:t>保守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房價每年跌少少 (-2%)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2E8"/>
                </a:solidFill>
                <a:latin typeface="Sarasa Mono SC"/>
              </a:defRPr>
            </a:pPr>
            <a:r>
              <a:t>HKD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arasa Mono SC"/>
              </a:defRPr>
            </a:pPr>
            <a:r>
              <a:t>3,585,880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每年平均回報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Sarasa Mono SC"/>
              </a:defRPr>
            </a:pPr>
            <a:r>
              <a:t>4.38%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72000"/>
            <a:ext cx="338328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Sarasa Mono SC"/>
              </a:defRPr>
            </a:pPr>
            <a:r>
              <a:t>你放240萬，15年後變成358萬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188720"/>
            <a:ext cx="3657600" cy="457200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94960" y="1325880"/>
            <a:ext cx="146304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344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arasa Mono SC"/>
              </a:defRPr>
            </a:pPr>
            <a:r>
              <a:t>最可能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房價每年微升 (+2~3%)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2E8"/>
                </a:solidFill>
                <a:latin typeface="Sarasa Mono SC"/>
              </a:defRPr>
            </a:pPr>
            <a:r>
              <a:t>HKD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697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arasa Mono SC"/>
              </a:defRPr>
            </a:pPr>
            <a:r>
              <a:t>6,759,060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每年平均回報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Sarasa Mono SC"/>
              </a:defRPr>
            </a:pPr>
            <a:r>
              <a:t>7.4~8.2%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572000"/>
            <a:ext cx="338328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Sarasa Mono SC"/>
              </a:defRPr>
            </a:pPr>
            <a:r>
              <a:t>你放240萬，15年後變成676萬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188720"/>
            <a:ext cx="3657600" cy="457200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1325880"/>
            <a:ext cx="1463040" cy="41148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344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arasa Mono SC"/>
              </a:defRPr>
            </a:pPr>
            <a:r>
              <a:t>樂觀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房價每年升5%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2E8"/>
                </a:solidFill>
                <a:latin typeface="Sarasa Mono SC"/>
              </a:defRPr>
            </a:pPr>
            <a:r>
              <a:t>HKD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697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arasa Mono SC"/>
              </a:defRPr>
            </a:pPr>
            <a:r>
              <a:t>10,145,560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每年平均回報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8449"/>
                </a:solidFill>
                <a:latin typeface="Sarasa Mono SC"/>
              </a:defRPr>
            </a:pPr>
            <a:r>
              <a:t>9.93%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4572000"/>
            <a:ext cx="338328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8449"/>
                </a:solidFill>
                <a:latin typeface="Sarasa Mono SC"/>
              </a:defRPr>
            </a:pPr>
            <a:r>
              <a:t>你放240萬，15年後變成1014萬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* 以上計算包含：15年淨租金收入 ＋ 15年後賣出物業嘅錢（已扣減剩餘貸款=0）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| 日本物業投資分析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最壞情況會點？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5A5A6"/>
                </a:solidFill>
                <a:latin typeface="Sarasa Mono SC"/>
              </a:defRPr>
            </a:pPr>
            <a:r>
              <a:t>我哋用84個情景測試咗所有可能嘅壞情況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182880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A5F"/>
                </a:solidFill>
                <a:latin typeface="Sarasa Mono SC"/>
              </a:defRPr>
            </a:pPr>
            <a:r>
              <a:t>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個壓力測試情景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12個匯率 x 7個房價 = 84種組合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182880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Sarasa Mono SC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個虧本情景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即係話，84個情景全部都賺錢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3657600" cy="1828800"/>
          </a:xfrm>
          <a:prstGeom prst="roundRect">
            <a:avLst/>
          </a:prstGeom>
          <a:solidFill>
            <a:srgbClr val="22222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258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74C3C"/>
                </a:solidFill>
                <a:latin typeface="Sarasa Mono SC"/>
              </a:defRPr>
            </a:pPr>
            <a:r>
              <a:t>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最差情景年回報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房價跌30% + 日圓大跌31% 同時發生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11247120" cy="868680"/>
          </a:xfrm>
          <a:prstGeom prst="roundRect">
            <a:avLst/>
          </a:prstGeom>
          <a:solidFill>
            <a:srgbClr val="1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arasa Mono SC"/>
              </a:defRPr>
            </a:pPr>
            <a:r>
              <a:t>如果日圓大跌20%？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36499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你每年少收約 HKD 18,000 租金</a:t>
            </a:r>
            <a:br/>
            <a:r>
              <a:t>但15年後仍有年化 4.55% 回報</a:t>
            </a:r>
            <a:br/>
            <a:r>
              <a:t>比放銀行定期仲好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11247120" cy="868680"/>
          </a:xfrm>
          <a:prstGeom prst="roundRect">
            <a:avLst/>
          </a:prstGeom>
          <a:solidFill>
            <a:srgbClr val="1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Sarasa Mono SC"/>
              </a:defRPr>
            </a:pPr>
            <a:r>
              <a:t>如果2022年日圓危機重演？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37083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日圓一個月貶值31%</a:t>
            </a:r>
            <a:br/>
            <a:r>
              <a:t>你15年年化仍有 3.94%</a:t>
            </a:r>
            <a:br/>
            <a:r>
              <a:t>長線持有完全抵得住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03520"/>
            <a:ext cx="11247120" cy="868680"/>
          </a:xfrm>
          <a:prstGeom prst="roundRect">
            <a:avLst/>
          </a:prstGeom>
          <a:solidFill>
            <a:srgbClr val="1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Sarasa Mono SC"/>
              </a:defRPr>
            </a:pPr>
            <a:r>
              <a:t>如果房價同時跌30%？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37667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最極端情況：房價跌＋日圓跌</a:t>
            </a:r>
            <a:br/>
            <a:r>
              <a:t>15年年化仍有 2.20%</a:t>
            </a:r>
            <a:br/>
            <a:r>
              <a:t>你放240萬，15年後變成333萬，仍然賺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43600"/>
            <a:ext cx="1124712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arasa Mono SC"/>
              </a:defRPr>
            </a:pPr>
            <a:r>
              <a:t>結論：就算最壞最壞情況發生，你嘅錢仍然係賺緊，只係賺少啲咋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| 日本物業投資分析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一張圖睇晒所有情況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Sarasa Mono SC"/>
              </a:defRPr>
            </a:pPr>
            <a:r>
              <a:t>橫軸 = 日圓匯率（左邊升、右邊跌）   縱軸 = 房價（下邊跌、上邊升）   數字 = 你每年嘅回報%</a:t>
            </a:r>
          </a:p>
        </p:txBody>
      </p:sp>
      <p:pic>
        <p:nvPicPr>
          <p:cNvPr id="5" name="Picture 4" descr="stress_2va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Sarasa Mono SC"/>
              </a:defRPr>
            </a:pPr>
            <a:r>
              <a:t>綠色 = 回報高  |  紅色 = 回報低  |  全部都係正數（全部都賺）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A84C"/>
                </a:solidFill>
                <a:latin typeface="Sarasa Mono SC"/>
              </a:defRPr>
            </a:pPr>
            <a:r>
              <a:t>白色虛線框 = 基準情景（房價不變、現匯率）= 年化 5.83%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| 日本物業投資分析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總結：點解呢筆投資值得考慮？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3A5F"/>
                </a:solidFill>
                <a:latin typeface="Sarasa Mono SC"/>
              </a:defRPr>
            </a:pPr>
            <a:r>
              <a:t>槓杆效應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你只出HKD 240萬，但控制咗HKD 400萬物業。</a:t>
            </a:r>
            <a:br/>
            <a:r>
              <a:t>等於銀行借錢畀你投資，你用更少錢賺更多回報。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67128"/>
            <a:ext cx="594360" cy="5943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75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98DB"/>
                </a:solidFill>
                <a:latin typeface="Sarasa Mono SC"/>
              </a:defRPr>
            </a:pPr>
            <a:r>
              <a:t>自然對沖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4144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按揭用日圓、收租收到日圓 — 自動抵消大部份匯率風險。</a:t>
            </a:r>
            <a:br/>
            <a:r>
              <a:t>唔使做任何對沖動作，匯率風險已經被大幅降低。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91256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998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9A84C"/>
                </a:solidFill>
                <a:latin typeface="Sarasa Mono SC"/>
              </a:defRPr>
            </a:pPr>
            <a:r>
              <a:t>雙重回報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6557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每年收租（現金）＋ 銀行幫你還本金（權益增長）</a:t>
            </a:r>
            <a:br/>
            <a:r>
              <a:t>基準情景每年回報 8.92%，遠超定期存款。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15384"/>
            <a:ext cx="594360" cy="5943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6110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23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CC71"/>
                </a:solidFill>
                <a:latin typeface="Sarasa Mono SC"/>
              </a:defRPr>
            </a:pPr>
            <a:r>
              <a:t>極端抗壓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970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84個壓力測試情景，全部都係正回報。</a:t>
            </a:r>
            <a:br/>
            <a:r>
              <a:t>就算最差情況（房價跌30%＋日圓暴跌31%），年化仍有 2.2%。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239512"/>
            <a:ext cx="594360" cy="594360"/>
          </a:xfrm>
          <a:prstGeom prst="ellipse">
            <a:avLst/>
          </a:prstGeom>
          <a:solidFill>
            <a:srgbClr val="8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852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48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2E0AA"/>
                </a:solidFill>
                <a:latin typeface="Sarasa Mono SC"/>
              </a:defRPr>
            </a:pPr>
            <a:r>
              <a:t>日本市場機遇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138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日本物業價格處於歷史低位，日元利率全球最低（3%）。</a:t>
            </a:r>
            <a:br/>
            <a:r>
              <a:t>15年後物業完全歸你，無欠銀行任何錢。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1051560"/>
            <a:ext cx="4572000" cy="5029200"/>
          </a:xfrm>
          <a:prstGeom prst="roundRect">
            <a:avLst/>
          </a:prstGeom>
          <a:solidFill>
            <a:srgbClr val="1A2A1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1887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Sarasa Mono SC"/>
              </a:defRPr>
            </a:pPr>
            <a:r>
              <a:t>最可能嘅結果</a:t>
            </a:r>
          </a:p>
        </p:txBody>
      </p:sp>
      <p:sp>
        <p:nvSpPr>
          <p:cNvPr id="26" name="Oval 25"/>
          <p:cNvSpPr/>
          <p:nvPr/>
        </p:nvSpPr>
        <p:spPr>
          <a:xfrm>
            <a:off x="7498079" y="1901952"/>
            <a:ext cx="228600" cy="2286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98664" y="2148840"/>
            <a:ext cx="3810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1783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第1年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5F2E8"/>
                </a:solidFill>
                <a:latin typeface="Sarasa Mono SC"/>
              </a:defRPr>
            </a:pPr>
            <a:r>
              <a:t>收第一筆租金 HKD 107,000</a:t>
            </a:r>
          </a:p>
        </p:txBody>
      </p:sp>
      <p:sp>
        <p:nvSpPr>
          <p:cNvPr id="30" name="Oval 29"/>
          <p:cNvSpPr/>
          <p:nvPr/>
        </p:nvSpPr>
        <p:spPr>
          <a:xfrm>
            <a:off x="7498079" y="2907792"/>
            <a:ext cx="228600" cy="2286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98664" y="3154680"/>
            <a:ext cx="3810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2788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第5年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5F2E8"/>
                </a:solidFill>
                <a:latin typeface="Sarasa Mono SC"/>
              </a:defRPr>
            </a:pPr>
            <a:r>
              <a:t>累計收租 HKD 537,000</a:t>
            </a:r>
          </a:p>
        </p:txBody>
      </p:sp>
      <p:sp>
        <p:nvSpPr>
          <p:cNvPr id="34" name="Oval 33"/>
          <p:cNvSpPr/>
          <p:nvPr/>
        </p:nvSpPr>
        <p:spPr>
          <a:xfrm>
            <a:off x="7498079" y="3913632"/>
            <a:ext cx="228600" cy="2286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8664" y="4160520"/>
            <a:ext cx="3810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第10年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5F2E8"/>
                </a:solidFill>
                <a:latin typeface="Sarasa Mono SC"/>
              </a:defRPr>
            </a:pPr>
            <a:r>
              <a:t>累計收租 HKD 1,074,000</a:t>
            </a:r>
            <a:br/>
            <a:r>
              <a:t>物業已供了一半以上</a:t>
            </a:r>
          </a:p>
        </p:txBody>
      </p:sp>
      <p:sp>
        <p:nvSpPr>
          <p:cNvPr id="38" name="Oval 37"/>
          <p:cNvSpPr/>
          <p:nvPr/>
        </p:nvSpPr>
        <p:spPr>
          <a:xfrm>
            <a:off x="7498079" y="4919472"/>
            <a:ext cx="228600" cy="2286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800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第15年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5F2E8"/>
                </a:solidFill>
                <a:latin typeface="Sarasa Mono SC"/>
              </a:defRPr>
            </a:pPr>
            <a:r>
              <a:t>按揭還清！物業100%歸你</a:t>
            </a:r>
            <a:br/>
            <a:r>
              <a:t>賣出物業（假設+3%/年）得HKD 6.16M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5303520"/>
            <a:ext cx="402336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532180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arasa Mono SC"/>
              </a:defRPr>
            </a:pPr>
            <a:r>
              <a:t>15年總回報 HKD 6.76M</a:t>
            </a:r>
            <a:br/>
            <a:r>
              <a:t>年化 7.4~8.2%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| 日本物業投資分析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