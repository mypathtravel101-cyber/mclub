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Sarasa Mono SC"/>
              </a:defRPr>
            </a:pPr>
            <a:r>
              <a:t>MCLUB FX RISK MODELING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arasa Mono SC"/>
              </a:defRPr>
            </a:pPr>
            <a:r>
              <a:t>日本物業投資 — 雙變量壓力測試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Sarasa Mono SC"/>
              </a:defRPr>
            </a:pPr>
            <a:r>
              <a:t>2-Variable Stress Test: FX Rate x Property Value (10-Year Holding)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4114800" cy="15544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6177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CONSTANT 固定數據</a:t>
            </a:r>
            <a:br/>
            <a:br/>
            <a:r>
              <a:t>物業: HKD 4,000,000 (JPY 78M)</a:t>
            </a:r>
            <a:br/>
            <a:r>
              <a:t>按提: 40% LTV @ 3% p.a.</a:t>
            </a:r>
            <a:br/>
            <a:r>
              <a:t>按提期限: 15年 (45→60歲)</a:t>
            </a:r>
            <a:br/>
            <a:r>
              <a:t>持倉期: 10 年 (45→55歲)</a:t>
            </a:r>
            <a:br/>
            <a:r>
              <a:t>月供: JPY 215,461</a:t>
            </a:r>
            <a:br/>
            <a:r>
              <a:t>年租金: JPY 4,680,000 (6%)</a:t>
            </a:r>
            <a:br/>
            <a:r>
              <a:t>客戶投入: HKD 2,400,000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572000"/>
            <a:ext cx="4114800" cy="15544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6177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VARIABLE 變量數據</a:t>
            </a:r>
            <a:br/>
            <a:br/>
            <a:r>
              <a:t>Variable 1: FX Rate (JPY/HKD)</a:t>
            </a:r>
            <a:br/>
            <a:r>
              <a:t>  12個情景: T1/T2/T3 + 歷史</a:t>
            </a:r>
            <a:br/>
            <a:r>
              <a:t>  範圍: JPY +25% ~ -31%</a:t>
            </a:r>
            <a:br/>
            <a:br/>
            <a:r>
              <a:t>Variable 2: Property Value</a:t>
            </a:r>
            <a:br/>
            <a:r>
              <a:t>  7個情景: 崩盤~增長+80%</a:t>
            </a:r>
            <a:br/>
            <a:r>
              <a:t>  範圍: 10 年 -30% ~ +80%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雙變量壓力測試 — 84個情景年化回報矩陣 (10 年)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897880"/>
            <a:ext cx="3474720" cy="411480"/>
          </a:xfrm>
          <a:prstGeom prst="round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161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Sarasa Mono SC"/>
              </a:defRPr>
            </a:pPr>
            <a:r>
              <a:t>最差情景: 0.35% 年化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897880"/>
            <a:ext cx="3474720" cy="411480"/>
          </a:xfrm>
          <a:prstGeom prst="roundRect">
            <a:avLst/>
          </a:prstGeom>
          <a:solidFill>
            <a:srgbClr val="2C2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59161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Sarasa Mono SC"/>
              </a:defRPr>
            </a:pPr>
            <a:r>
              <a:t>虫本情景: 0/84 (0%)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5897880"/>
            <a:ext cx="3566160" cy="411480"/>
          </a:xfrm>
          <a:prstGeom prst="round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9161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A84C"/>
                </a:solidFill>
                <a:latin typeface="Sarasa Mono SC"/>
              </a:defRPr>
            </a:pPr>
            <a:r>
              <a:t>基準情景: 6.39% 年化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不同房價情景下的匯率敏感度曲線 (10 年)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盈虧平衡風險地圖 — FX Rate x Property Value (10 年)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壓力測試完整結果表 (10 年年化回報)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960120"/>
          <a:ext cx="11887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房價\匯率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JPY升+25%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JPY升+20%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JPY升+15%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JPY升+10%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基準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JPY貶-10%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JPY貶-15%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JPY貶-20%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JPY貶-30%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2022危機-31%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崩盤 -30%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6.11%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5.43%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4.79%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4.19%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3.10%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2.60%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1.67%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1.24%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0.43%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0.35%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下跌 -15%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7.92%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7.22%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6.58%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5.97%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5.40%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4.86%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4.35%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3.86%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3.40%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2.96%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2.14%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2.06%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持平 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9.50%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8.79%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8.13%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7.52%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6.94%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3A3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5.87%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5.38%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4.91%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4.47%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3.64%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3.56%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+15%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10.89%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10.18%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9.51%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8.89%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8.30%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7.74%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7.22%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6.72%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6.25%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5.80%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4.95%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4.87%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+30%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12.14%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11.42%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10.74%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10.11%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9.52%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8.96%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8.43%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7.92%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7.45%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6.99%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6.14%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6.06%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+50%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13.63%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12.90%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12.22%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11.58%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10.98%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9.87%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9.36%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8.88%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8.41%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7.55%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+80%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15.59%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14.84%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14.15%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13.50%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12.89%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12.31%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11.76%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11.25%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10.75%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10.28%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9.40%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9.32%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壓力測試結論與風險評估 (10 年持倉)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3A5F"/>
                </a:solidFill>
                <a:latin typeface="Sarasa Mono SC"/>
              </a:defRPr>
            </a:pPr>
            <a:r>
              <a:t>測試範圍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12個匯率情景 x 7個房價情景 = 84個壓力測試情景</a:t>
            </a:r>
            <a:br/>
            <a:r>
              <a:t>覆蓋MCLUB三層架構（T1/T2/T3）+ 2022歷史參照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92808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ECC71"/>
                </a:solidFill>
                <a:latin typeface="Sarasa Mono SC"/>
              </a:defRPr>
            </a:pPr>
            <a:r>
              <a:t>零虫本概率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全部84個情景均錄得正回報，最差年化仍達0.35%</a:t>
            </a:r>
            <a:br/>
            <a:r>
              <a:t>即使房價崩盤30% + 日圃貶值31%同時發生，投資仍可保本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34056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79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9A84C"/>
                </a:solidFill>
                <a:latin typeface="Sarasa Mono SC"/>
              </a:defRPr>
            </a:pPr>
            <a:r>
              <a:t>基準情景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房價持平 + 現匯率 = 年化6.39%</a:t>
            </a:r>
            <a:br/>
            <a:r>
              <a:t>若房價年增3% + 現匯率 = 年化約8.5%+（含資本增值）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75304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3A5F"/>
                </a:solidFill>
                <a:latin typeface="Sarasa Mono SC"/>
              </a:defRPr>
            </a:pPr>
            <a:r>
              <a:t>自然對沖效應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日圃按提+日圃租金形成幣種匹配對沖</a:t>
            </a:r>
            <a:br/>
            <a:r>
              <a:t>匯率風險僅影響淨租金及淨套现價值，非全部物業價值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498DB"/>
                </a:solidFill>
                <a:latin typeface="Sarasa Mono SC"/>
              </a:defRPr>
            </a:pPr>
            <a:r>
              <a:t>槓端安全邊際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40% LTV提供充足緩衝，物業需貶值超60%才觸及貸款安全線</a:t>
            </a:r>
            <a:br/>
            <a:r>
              <a:t>按提本金償還持續降低貸款餘額，10 年內已償還61.6%本金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57800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74C3C"/>
                </a:solidFill>
                <a:latin typeface="Sarasa Mono SC"/>
              </a:defRPr>
            </a:pPr>
            <a:r>
              <a:t>雙重風險最差情景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504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房價-30% + JPY貶31%（2022危機）</a:t>
            </a:r>
            <a:br/>
            <a:r>
              <a:t>年化0.35%，10 年總ROI +3.6%，仍能保本并獲得正回報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051560"/>
            <a:ext cx="4114800" cy="50292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143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9A84C"/>
                </a:solidFill>
                <a:latin typeface="Sarasa Mono SC"/>
              </a:defRPr>
            </a:pPr>
            <a:r>
              <a:t>風險評級總結 (10 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6002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整體風險等級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8562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LOW-MODERATE</a:t>
            </a:r>
            <a:br/>
            <a:r>
              <a:t>中等偏低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500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FX風險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06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2E0AA"/>
                </a:solidFill>
                <a:latin typeface="Sarasa Mono SC"/>
              </a:defRPr>
            </a:pPr>
            <a:r>
              <a:t>MITIGATED</a:t>
            </a:r>
            <a:br/>
            <a:r>
              <a:t>已被自然對沖緩解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998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房價風險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558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LOW-MODERATE</a:t>
            </a:r>
            <a:br/>
            <a:r>
              <a:t>10 年持有分散風險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8496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利率風險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0565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LOW</a:t>
            </a:r>
            <a:br/>
            <a:r>
              <a:t>日本3%處歷史低位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994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流動性風險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55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arasa Mono SC"/>
              </a:defRPr>
            </a:pPr>
            <a:r>
              <a:t>MODERATE</a:t>
            </a:r>
            <a:br/>
            <a:r>
              <a:t>日本物業流動性偏低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349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建議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6052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Sarasa Mono SC"/>
              </a:defRPr>
            </a:pPr>
            <a:r>
              <a:t>適用MCLUB進階版</a:t>
            </a:r>
            <a:br/>
            <a:r>
              <a:t>(Advanced)服務層級</a:t>
            </a:r>
            <a:br/>
            <a:r>
              <a:t>HK$128,000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